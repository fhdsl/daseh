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2100" autoAdjust="0"/>
    <p:restoredTop sz="94752" autoAdjust="0"/>
  </p:normalViewPr>
  <p:slideViewPr>
    <p:cSldViewPr snapToGrid="0" snapToObjects="1">
      <p:cViewPr varScale="1">
        <p:scale>
          <a:sx n="198" d="100"/>
          <a:sy n="198" d="100"/>
        </p:scale>
        <p:origin x="1208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739774"/>
            <a:ext cx="7772400" cy="1102519"/>
          </a:xfrm>
        </p:spPr>
        <p:txBody>
          <a:bodyPr/>
          <a:lstStyle>
            <a:lvl1pPr algn="ctr">
              <a:defRPr sz="40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1730"/>
            <a:ext cx="6400800" cy="34737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E918C2E-CA3D-3E7E-792D-7E5EF1245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96" y="289937"/>
            <a:ext cx="4638608" cy="259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5/12/26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300" kern="1200" baseline="0">
          <a:solidFill>
            <a:schemeClr val="tx1"/>
          </a:solidFill>
          <a:latin typeface="Montserrat" panose="00000500000000000000" pitchFamily="2" charset="77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3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Wingdings" pitchFamily="2" charset="2"/>
        <a:buChar char="§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 baseline="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Basic 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br/>
            <a:br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</Words>
  <Application>Microsoft Macintosh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Courier New</vt:lpstr>
      <vt:lpstr>Lato</vt:lpstr>
      <vt:lpstr>Montserrat</vt:lpstr>
      <vt:lpstr>Wingdings</vt:lpstr>
      <vt:lpstr>Office Theme</vt:lpstr>
      <vt:lpstr>Basic R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R</dc:title>
  <dc:creator/>
  <cp:keywords/>
  <cp:lastModifiedBy>Hoffman, Ava</cp:lastModifiedBy>
  <cp:revision>6</cp:revision>
  <dcterms:created xsi:type="dcterms:W3CDTF">2026-05-12T17:39:03Z</dcterms:created>
  <dcterms:modified xsi:type="dcterms:W3CDTF">2026-05-12T17:51:59Z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utput">
    <vt:lpwstr/>
  </property>
</Properties>
</file>