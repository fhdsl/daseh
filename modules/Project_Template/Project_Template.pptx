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Project</a:t>
            </a:r>
            <a:r>
              <a:rPr/>
              <a:t> </a:t>
            </a:r>
            <a:r>
              <a:rPr/>
              <a:t>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Code-a-thon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Template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This project is intended to help you apply your skills in R in a way that would be conducive for collaborating or creating reproducible analyses.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Identify a dataset to analyze. Remember that if you share the data you must </a:t>
            </a:r>
            <a:r>
              <a:rPr b="1"/>
              <a:t>not violate any privacy restrictions</a:t>
            </a:r>
          </a:p>
          <a:p>
            <a:pPr lvl="0" marL="0" indent="0">
              <a:buNone/>
            </a:pPr>
            <a:r>
              <a:rPr/>
              <a:t>If you don’t have your own data, options for places to find data are listed on </a:t>
            </a:r>
            <a:r>
              <a:rPr>
                <a:hlinkClick r:id="rId2"/>
              </a:rPr>
              <a:t>https://daseh.org</a:t>
            </a:r>
            <a:r>
              <a:rPr/>
              <a:t>.</a:t>
            </a:r>
          </a:p>
          <a:p>
            <a:pPr lvl="0" marL="0" indent="0">
              <a:buNone/>
            </a:pPr>
            <a:r>
              <a:rPr/>
              <a:t>You might start by setting up an R Project, importing your data, previewing the data, etc.</a:t>
            </a:r>
          </a:p>
          <a:p>
            <a:pPr lvl="0" marL="0" indent="0">
              <a:buNone/>
            </a:pPr>
            <a:r>
              <a:rPr b="1"/>
              <a:t>describe</a:t>
            </a:r>
            <a:r>
              <a:rPr/>
              <a:t> what your data looks like and </a:t>
            </a:r>
            <a:r>
              <a:rPr b="1"/>
              <a:t>where</a:t>
            </a:r>
            <a:r>
              <a:rPr/>
              <a:t> you got it. Identify what the variables and samples are, or point to a data dictionary. Describe how the data was originally created.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Cleaning/Wrangling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Perform any data subsetting, cleaning, or manipulation methods that were described in this course on your data. Examples are: renaming the columns, recoding values, reshaping the data, filtering the data etc.</a:t>
            </a:r>
          </a:p>
          <a:p>
            <a:pPr lvl="0" marL="0" indent="0">
              <a:buNone/>
            </a:pPr>
            <a:r>
              <a:rPr/>
              <a:t>You might also research other methods to include here, especially if your data is very unique.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Visualization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Create some visualizations of your data using the esquisse app or the ggplot2 package.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Data</a:t>
            </a:r>
            <a:r>
              <a:rPr/>
              <a:t> </a:t>
            </a:r>
            <a:r>
              <a:rPr/>
              <a:t>Analysis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Perform a </a:t>
            </a:r>
            <a:r>
              <a:rPr b="1"/>
              <a:t>simple analysis</a:t>
            </a:r>
            <a:r>
              <a:rPr/>
              <a:t> of your data. This can involve summarizing the data to describe aspects about it (quartiles, means, range etc.) or a simple statistical test.</a:t>
            </a:r>
          </a:p>
          <a:p>
            <a:pPr lvl="0" marL="0" indent="0">
              <a:buNone/>
            </a:pPr>
            <a:r>
              <a:rPr/>
              <a:t>Don’t forget to describe what analysis you performed and why. Provide some simple </a:t>
            </a:r>
            <a:r>
              <a:rPr b="1"/>
              <a:t>interpretation</a:t>
            </a:r>
            <a:r>
              <a:rPr/>
              <a:t> about what your analysis might indicate about your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Please</a:t>
            </a:r>
            <a:r>
              <a:rPr/>
              <a:t> </a:t>
            </a:r>
            <a:r>
              <a:rPr/>
              <a:t>include</a:t>
            </a:r>
            <a:r>
              <a:rPr/>
              <a:t> </a:t>
            </a:r>
            <a:r>
              <a:rPr/>
              <a:t>additional</a:t>
            </a:r>
            <a:r>
              <a:rPr/>
              <a:t> </a:t>
            </a:r>
            <a:r>
              <a:rPr/>
              <a:t>sections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desired.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marL="0" indent="0">
              <a:buNone/>
            </a:pPr>
            <a:r>
              <a:rPr/>
              <a:t>Versions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Include some information about the version of R and the packages you are using by running sessionInfo().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sessionInfo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## R version 4.5.0 (2025-04-11)
## Platform: x86_64-pc-linux-gnu
## Running under: Ubuntu 24.04.2 LTS
## 
## Matrix products: default
## BLAS:   /usr/lib/x86_64-linux-gnu/openblas-pthread/libblas.so.3 
## LAPACK: /usr/lib/x86_64-linux-gnu/openblas-pthread/libopenblasp-r0.3.26.so;  LAPACK version 3.12.0
## 
## locale:
##  [1] LC_CTYPE=en_US.UTF-8       LC_NUMERIC=C              
##  [3] LC_TIME=en_US.UTF-8        LC_COLLATE=en_US.UTF-8    
##  [5] LC_MONETARY=en_US.UTF-8    LC_MESSAGES=en_US.UTF-8   
##  [7] LC_PAPER=en_US.UTF-8       LC_NAME=C                 
##  [9] LC_ADDRESS=C               LC_TELEPHONE=C            
## [11] LC_MEASUREMENT=en_US.UTF-8 LC_IDENTIFICATION=C       
## 
## time zone: Etc/UTC
## tzcode source: system (glibc)
## 
## attached base packages:
## [1] stats     graphics  grDevices utils     datasets  methods   base     
## 
## other attached packages:
##  [1] here_1.0.1             directlabels_2024.1.21 patchwork_1.3.0       
##  [4] plotly_4.10.4          scales_1.4.0           emoji_16.0.0          
##  [7] knitr_1.50             janitor_2.2.1          broom_1.0.8           
## [10] esquisse_2.1.0         ThemePark_0.0.1        naniar_1.1.0          
## [13] lubridate_1.9.4        forcats_1.0.0          stringr_1.5.1         
## [16] dplyr_1.1.4            purrr_1.0.4            readr_2.1.5           
## [19] tidyr_1.3.1            tibble_3.2.1           ggplot2_3.5.2         
## [22] tidyverse_2.0.0       
## 
## loaded via a namespace (and not attached):
##  [1] writexl_1.5.4       readxl_1.4.5        datamods_1.5.3     
##  [4] rlang_1.1.6         magrittr_2.0.3      snakecase_0.11.1   
##  [7] rio_1.2.3           e1071_1.7-16        compiler_4.5.0     
## [10] systemfonts_1.2.2   vctrs_0.6.5         quadprog_1.5-8     
## [13] sysfonts_0.8.9      pkgconfig_2.0.3     crayon_1.5.3       
## [16] fastmap_1.2.0       backports_1.5.0     labeling_0.4.3     
## [19] utf8_1.2.4          promises_1.3.2      phosphoricons_0.2.1
## [22] rmarkdown_2.29      tzdb_0.5.0          visdat_0.6.0       
## [25] ragg_1.4.0          bit_4.6.0           xfun_0.52          
## [28] showtext_0.9-7      cachem_1.1.0        jsonlite_2.0.0     
## [31] later_1.4.2         parallel_4.5.0      R6_2.6.1           
## [34] bslib_0.9.0         stringi_1.8.7       RColorBrewer_1.1-3 
## [37] shinybusy_0.3.3     jquerylib_0.1.4     cellranger_1.1.0   
## [40] Rcpp_1.0.14         clisymbols_1.2.0    httpuv_1.6.15      
## [43] timechange_0.3.0    tidyselect_1.2.1    rstudioapi_0.17.1  
## [46] yaml_2.3.10         curl_6.2.2          shiny_1.10.0       
## [49] withr_3.0.2         evaluate_1.0.3      proxy_0.4-27       
## [52] getopt_1.20.4       zip_2.3.2           pillar_1.10.2      
## [55] KernSmooth_2.23-26  generics_0.1.3      vroom_1.6.5        
## [58] rprojroot_2.0.4     hms_1.1.3           xtable_1.8-4       
## [61] class_7.3-23        glue_1.8.0          toastui_0.4.0      
## [64] lazyeval_0.2.2      tools_4.5.0         data.table_1.17.0  
## [67] reactable_0.4.4     grid_4.5.0          optparse_1.7.5     
## [70] crosstalk_1.2.1     showtextdb_3.0      cli_3.6.5          
## [73] config_0.3.2        textshaping_1.0.0   viridisLite_0.4.2  
## [76] gtable_0.3.6        sass_0.4.10         digest_0.6.37      
## [79] classInt_0.4-11     htmlwidgets_1.6.4   farver_2.1.2       
## [82] htmltools_0.5.8.1   lifecycle_1.0.4     httr_1.4.7         
## [85] shinyWidgets_0.9.0  mime_0.13           bit64_4.6.0-1</a:t>
            </a:r>
          </a:p>
          <a:p>
            <a:pPr lvl="0" marL="0" indent="0">
              <a:buNone/>
            </a:pPr>
            <a:r>
              <a:rPr/>
              <a:t>Render your document to an html or pdf using the “Knit” button.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Guidelines</dc:title>
  <dc:creator/>
  <cp:keywords/>
  <dcterms:created xsi:type="dcterms:W3CDTF">2026-06-12T16:56:00Z</dcterms:created>
  <dcterms:modified xsi:type="dcterms:W3CDTF">2026-06-12T16:56:00Z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>html_document</vt:lpwstr>
  </property>
</Properties>
</file>