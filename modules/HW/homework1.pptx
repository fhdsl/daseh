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2100"/>
    <p:restoredTop autoAdjust="0" sz="94752"/>
  </p:normalViewPr>
  <p:slideViewPr>
    <p:cSldViewPr snapToGrid="0" snapToObjects="1">
      <p:cViewPr varScale="1">
        <p:scale>
          <a:sx d="100" n="198"/>
          <a:sy d="100" n="198"/>
        </p:scale>
        <p:origin x="1208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>
            <a:lvl1pPr algn="ctr">
              <a:defRPr sz="40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1730"/>
            <a:ext cx="6400800" cy="34737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918C2E-CA3D-3E7E-792D-7E5EF1245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96" y="289937"/>
            <a:ext cx="4638608" cy="259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300" kern="1200" baseline="0">
          <a:solidFill>
            <a:schemeClr val="tx1"/>
          </a:solidFill>
          <a:latin typeface="Montserrat" panose="00000500000000000000" pitchFamily="2" charset="77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3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Wingdings" pitchFamily="2" charset="2"/>
        <a:buChar char="§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fhdsl/DaSEH/raw/main/modules/HW/Intro_to_R_Course.swc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/>
          <a:p>
            <a:pPr lvl="0" marL="0" indent="0">
              <a:buNone/>
            </a:pPr>
            <a:r>
              <a:rPr/>
              <a:t>Introduction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R:</a:t>
            </a:r>
            <a:r>
              <a:rPr/>
              <a:t> </a:t>
            </a:r>
            <a:r>
              <a:rPr/>
              <a:t>Homework</a:t>
            </a:r>
            <a:r>
              <a:rPr/>
              <a:t> </a:t>
            </a:r>
            <a:r>
              <a:rPr/>
              <a:t>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1730"/>
            <a:ext cx="6400800" cy="347370"/>
          </a:xfrm>
        </p:spPr>
        <p:txBody>
          <a:bodyPr/>
          <a:lstStyle/>
          <a:p>
            <a:pPr lvl="0" marL="0" indent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Download</a:t>
            </a:r>
            <a:r>
              <a:rPr/>
              <a:t> </a:t>
            </a:r>
            <a:r>
              <a:rPr/>
              <a:t>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Click the following link to download the lesson:</a:t>
            </a:r>
          </a:p>
          <a:p>
            <a:pPr lvl="0" marL="0" indent="0">
              <a:buNone/>
            </a:pPr>
            <a:r>
              <a:rPr>
                <a:hlinkClick r:id="rId2"/>
              </a:rPr>
              <a:t>https://github.com/fhdsl/DaSEH/raw/main/modules/HW/Intro_to_R_Course.swc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Install</a:t>
            </a:r>
            <a:r>
              <a:rPr/>
              <a:t> </a:t>
            </a:r>
            <a:r>
              <a:rPr/>
              <a:t>Swirl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Open RStudio. Copy and paste the following code into the console. Press enter to run: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install.packages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"swirl"</a:t>
            </a:r>
            <a:r>
              <a:rPr>
                <a:latin typeface="Courier"/>
              </a:rPr>
              <a:t>); </a:t>
            </a: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(swirl)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docs/images/install_swir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09700"/>
            <a:ext cx="8229600" cy="294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docs/images/swirl_succe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93800"/>
            <a:ext cx="7569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Install</a:t>
            </a:r>
            <a:r>
              <a:rPr/>
              <a:t> </a:t>
            </a:r>
            <a:r>
              <a:rPr/>
              <a:t>Lesson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RStudio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After the successful installation, run the following: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install_course</a:t>
            </a:r>
            <a:r>
              <a:rPr>
                <a:latin typeface="Courier"/>
              </a:rPr>
              <a:t>()</a:t>
            </a:r>
          </a:p>
          <a:p>
            <a:pPr lvl="0" marL="0" indent="0">
              <a:buNone/>
            </a:pPr>
            <a:r>
              <a:rPr/>
              <a:t>You should see a popup where you can select the </a:t>
            </a:r>
            <a:r>
              <a:rPr>
                <a:latin typeface="Courier"/>
              </a:rPr>
              <a:t>.swc</a:t>
            </a:r>
            <a:r>
              <a:rPr/>
              <a:t> file you downloaded earlier. Select it to continue.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docs/images/select_sw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27200" y="1193800"/>
            <a:ext cx="568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docs/images/course_installed_succe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28800"/>
            <a:ext cx="8229600" cy="212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Launch</a:t>
            </a:r>
            <a:r>
              <a:rPr/>
              <a:t> </a:t>
            </a:r>
            <a:r>
              <a:rPr/>
              <a:t>swirl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Next, run the following: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swirl</a:t>
            </a:r>
            <a:r>
              <a:rPr>
                <a:latin typeface="Courier"/>
              </a:rPr>
              <a:t>()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docs/images/launch_swir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68500"/>
            <a:ext cx="8229600" cy="184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Complete</a:t>
            </a:r>
            <a:r>
              <a:rPr/>
              <a:t> </a:t>
            </a:r>
            <a:r>
              <a:rPr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Follow along with the questions in RStudio’s console.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Macintosh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Courier New</vt:lpstr>
      <vt:lpstr>Lato</vt:lpstr>
      <vt:lpstr>Montserrat</vt:lpstr>
      <vt:lpstr>Wingdings</vt:lpstr>
      <vt:lpstr>Office Theme</vt:lpstr>
      <vt:lpstr>Basic 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R: Homework 1</dc:title>
  <dc:creator/>
  <cp:keywords/>
  <dcterms:created xsi:type="dcterms:W3CDTF">2026-06-12T16:55:22Z</dcterms:created>
  <dcterms:modified xsi:type="dcterms:W3CDTF">2026-06-12T16:55:22Z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/>
  </property>
</Properties>
</file>